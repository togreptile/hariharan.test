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Franklin Gothic" panose="020B0604020202020204" charset="0"/>
      <p:bold r:id="rId12"/>
    </p:embeddedFont>
    <p:embeddedFont>
      <p:font typeface="Libre Franklin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5250254" y="148172"/>
            <a:ext cx="6461759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  <a:endParaRPr/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5823750" y="1575621"/>
            <a:ext cx="6045695" cy="4922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Organization Name: </a:t>
            </a:r>
            <a:r>
              <a:rPr lang="en-US" b="1" dirty="0">
                <a:solidFill>
                  <a:schemeClr val="tx1"/>
                </a:solidFill>
                <a:latin typeface="+mj-lt"/>
                <a:ea typeface="Franklin Gothic"/>
                <a:cs typeface="Times New Roman" panose="02020603050405020304" pitchFamily="18" charset="0"/>
                <a:sym typeface="Franklin Gothic"/>
              </a:rPr>
              <a:t>Coal India Limited</a:t>
            </a:r>
            <a:endParaRPr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PS Code: 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NC740</a:t>
            </a:r>
            <a:endParaRPr dirty="0">
              <a:solidFill>
                <a:schemeClr val="tx1"/>
              </a:solidFill>
            </a:endParaRPr>
          </a:p>
          <a:p>
            <a:pPr marL="0" indent="0"/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Problem Statement Title</a:t>
            </a:r>
            <a:r>
              <a:rPr lang="en-US" b="1" dirty="0">
                <a:solidFill>
                  <a:schemeClr val="tx1"/>
                </a:solidFill>
                <a:latin typeface="+mj-lt"/>
                <a:ea typeface="Franklin Gothic"/>
                <a:cs typeface="Franklin Gothic"/>
                <a:sym typeface="Franklin Gothic"/>
              </a:rPr>
              <a:t>: </a:t>
            </a:r>
            <a:r>
              <a:rPr lang="en-IN" sz="18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Moving vehicle registration plate detection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Team Name: 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Pyramid Scheme</a:t>
            </a: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Team Leader Name: </a:t>
            </a:r>
            <a:r>
              <a:rPr lang="en-US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S.Surya</a:t>
            </a: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Institute Code (AISHE):  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U—0489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Institute Name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 Vel Tech Rangarajan Dr. </a:t>
            </a:r>
            <a:r>
              <a:rPr lang="en-US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Sagunthala</a:t>
            </a:r>
            <a:r>
              <a:rPr lang="en-US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R&amp;D Institute of Science and Technology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latin typeface="Franklin Gothic"/>
                <a:ea typeface="Franklin Gothic"/>
                <a:cs typeface="Franklin Gothic"/>
                <a:sym typeface="Franklin Gothic"/>
              </a:rPr>
              <a:t>Theme Name: </a:t>
            </a:r>
            <a:endParaRPr dirty="0"/>
          </a:p>
        </p:txBody>
      </p:sp>
      <p:pic>
        <p:nvPicPr>
          <p:cNvPr id="212" name="Google Shape;2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" y="252207"/>
            <a:ext cx="3431177" cy="1474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971550" y="2289363"/>
            <a:ext cx="6024054" cy="287744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idea/Solution/Prototype here: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 </a:t>
            </a:r>
            <a:endParaRPr dirty="0"/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F6B52448-33DC-4C5C-A9E9-47FA5DA8F89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19" r="219"/>
          <a:stretch>
            <a:fillRect/>
          </a:stretch>
        </p:blipFill>
        <p:spPr>
          <a:xfrm>
            <a:off x="7378700" y="144463"/>
            <a:ext cx="4689475" cy="3451225"/>
          </a:xfrm>
          <a:prstGeom prst="rect">
            <a:avLst/>
          </a:prstGeom>
        </p:spPr>
      </p:pic>
      <p:sp>
        <p:nvSpPr>
          <p:cNvPr id="222" name="Google Shape;222;p2"/>
          <p:cNvSpPr txBox="1"/>
          <p:nvPr/>
        </p:nvSpPr>
        <p:spPr>
          <a:xfrm>
            <a:off x="7378575" y="3820783"/>
            <a:ext cx="4572001" cy="27590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Technology stack here</a:t>
            </a:r>
            <a:r>
              <a:rPr lang="en-US"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/>
              <a:t>Describe your Use Cases here</a:t>
            </a:r>
            <a:endParaRPr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  </a:t>
            </a:r>
            <a:endParaRPr/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6096000" y="2286000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Dependencies / Show stopper here</a:t>
            </a:r>
            <a:endParaRPr/>
          </a:p>
        </p:txBody>
      </p:sp>
      <p:sp>
        <p:nvSpPr>
          <p:cNvPr id="232" name="Google Shape;232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  <a:endParaRPr/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964023" y="203161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Leader Name:  </a:t>
            </a:r>
            <a:r>
              <a:rPr lang="en-US" sz="1200" b="1" dirty="0" err="1">
                <a:solidFill>
                  <a:srgbClr val="5D7C3F"/>
                </a:solidFill>
              </a:rPr>
              <a:t>S.Surya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endParaRPr lang="en-US" sz="12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dirty="0"/>
              <a:t>Branch : B. Tech 			Stream : IT			Year : III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1 Name: </a:t>
            </a:r>
            <a:r>
              <a:rPr lang="en-US" sz="1200" b="1" dirty="0" err="1">
                <a:solidFill>
                  <a:srgbClr val="5D7C3F"/>
                </a:solidFill>
              </a:rPr>
              <a:t>P.Tamilarasan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dirty="0"/>
              <a:t>Branch : B. Tech 			 Stream : IT 			Year : III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2 Name: </a:t>
            </a:r>
            <a:r>
              <a:rPr lang="en-US" sz="1200" b="1" dirty="0" err="1">
                <a:solidFill>
                  <a:srgbClr val="5D7C3F"/>
                </a:solidFill>
              </a:rPr>
              <a:t>M.Jayarraman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dirty="0"/>
              <a:t>Branch  : B. Tech 			 Stream : IT 			Year : III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3 Name: </a:t>
            </a:r>
            <a:r>
              <a:rPr lang="en-US" sz="1200" b="1" dirty="0" err="1">
                <a:solidFill>
                  <a:srgbClr val="5D7C3F"/>
                </a:solidFill>
              </a:rPr>
              <a:t>S.Pavithran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dirty="0"/>
              <a:t>Branch  : B. Tech 			 Stream : IT 			Year : III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4 Name: </a:t>
            </a:r>
            <a:r>
              <a:rPr lang="en-US" sz="1200" b="1" dirty="0" err="1">
                <a:solidFill>
                  <a:srgbClr val="5D7C3F"/>
                </a:solidFill>
              </a:rPr>
              <a:t>P.S.KarthikSrinath</a:t>
            </a:r>
            <a:endParaRPr lang="en-US" sz="1200" b="1" dirty="0">
              <a:solidFill>
                <a:srgbClr val="5D7C3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dirty="0"/>
              <a:t>Branch  : B. Tech 			 Stream : IT 			Year : III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lang="en-US" sz="1200" b="1" dirty="0">
                <a:solidFill>
                  <a:srgbClr val="5D7C3F"/>
                </a:solidFill>
              </a:rPr>
              <a:t>Team Member 5 Name: </a:t>
            </a:r>
            <a:r>
              <a:rPr lang="en-US" sz="1200" b="1" dirty="0" err="1">
                <a:solidFill>
                  <a:srgbClr val="5D7C3F"/>
                </a:solidFill>
              </a:rPr>
              <a:t>R.M.Ramya</a:t>
            </a:r>
            <a:endParaRPr dirty="0"/>
          </a:p>
          <a:p>
            <a:pPr marL="0" indent="0">
              <a:buSzPts val="1200"/>
            </a:pPr>
            <a:r>
              <a:rPr lang="en-US" sz="1200" dirty="0"/>
              <a:t>Branch  : B. Tech 			 Stream : IT 			Year : III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b="1" dirty="0">
                <a:solidFill>
                  <a:srgbClr val="804160"/>
                </a:solidFill>
              </a:rPr>
              <a:t>Team Mentor 1 Name:  </a:t>
            </a:r>
            <a:r>
              <a:rPr lang="en-US" sz="1200" b="1" dirty="0" err="1">
                <a:solidFill>
                  <a:srgbClr val="804160"/>
                </a:solidFill>
              </a:rPr>
              <a:t>Sakunthala</a:t>
            </a:r>
            <a:r>
              <a:rPr lang="en-US" sz="1200" b="1" dirty="0">
                <a:solidFill>
                  <a:srgbClr val="804160"/>
                </a:solidFill>
              </a:rPr>
              <a:t> Prabha K.S.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dirty="0"/>
              <a:t>Category : Academic 			Expertise : AI and Deep Learning		Domain Experience :  14 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b="1" dirty="0">
                <a:solidFill>
                  <a:srgbClr val="804160"/>
                </a:solidFill>
              </a:rPr>
              <a:t>Team Mentor 2 Name:  </a:t>
            </a:r>
            <a:r>
              <a:rPr lang="en-US" sz="1200" b="1" dirty="0" err="1">
                <a:solidFill>
                  <a:srgbClr val="804160"/>
                </a:solidFill>
              </a:rPr>
              <a:t>Lijetha</a:t>
            </a:r>
            <a:r>
              <a:rPr lang="en-US" sz="1200" b="1" dirty="0">
                <a:solidFill>
                  <a:srgbClr val="804160"/>
                </a:solidFill>
              </a:rPr>
              <a:t> C </a:t>
            </a:r>
            <a:r>
              <a:rPr lang="en-US" sz="1200" b="1" dirty="0" err="1">
                <a:solidFill>
                  <a:srgbClr val="804160"/>
                </a:solidFill>
              </a:rPr>
              <a:t>Jaffrin</a:t>
            </a:r>
            <a:endParaRPr lang="en-US" sz="1200" b="1" dirty="0">
              <a:solidFill>
                <a:srgbClr val="80416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lang="en-US" sz="1200" dirty="0"/>
              <a:t>Category : Academic 		 	 Expertise : AI and Deep Learning 		Domain Experience : 12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Important Pointers</a:t>
            </a:r>
            <a:endParaRPr/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Please ensure below pointers are met while  </a:t>
            </a:r>
            <a:endParaRPr/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572561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Kindly keep the maximum slides limit to 4 pages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All the topics should be utilized for description of your idea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Try to avoid paragraphs and post your idea in points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Keep your explanation precisely and easy to understand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Idea should be unique and novel. If it has a business potential more weightage will be given. 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Apart from this PPT abstract of your idea will be asked separately while submitting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You need to save the file in PDF and upload the same on portal. No PPT, Word Doc or any other format will be supported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/>
              <a:t>You can delete this slide (Important Pointers) when you upload the details of your idea on SIH portal.</a:t>
            </a:r>
            <a:endParaRPr/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460</Words>
  <Application>Microsoft Office PowerPoint</Application>
  <PresentationFormat>Widescreen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Noto Sans Symbols</vt:lpstr>
      <vt:lpstr>Franklin Gothic</vt:lpstr>
      <vt:lpstr>Libre Franklin</vt:lpstr>
      <vt:lpstr>Theme1</vt:lpstr>
      <vt:lpstr>Basic Details of the Team and Problem Statement</vt:lpstr>
      <vt:lpstr>Idea/Approach Details</vt:lpstr>
      <vt:lpstr>Idea/Approach Details</vt:lpstr>
      <vt:lpstr>Team Member Details </vt:lpstr>
      <vt:lpstr>Important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S PAVITHRAN</cp:lastModifiedBy>
  <cp:revision>2</cp:revision>
  <dcterms:created xsi:type="dcterms:W3CDTF">2022-02-11T07:14:46Z</dcterms:created>
  <dcterms:modified xsi:type="dcterms:W3CDTF">2022-04-13T05:40:55Z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