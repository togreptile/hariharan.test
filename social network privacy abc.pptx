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753600" cy="7315200"/>
  <p:notesSz cx="97536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47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680" y="292608"/>
            <a:ext cx="8778240" cy="1170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680" y="1682496"/>
            <a:ext cx="877824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B2728C-E299-47C1-AAF9-2C626A596D36}"/>
              </a:ext>
            </a:extLst>
          </p:cNvPr>
          <p:cNvSpPr txBox="1"/>
          <p:nvPr/>
        </p:nvSpPr>
        <p:spPr>
          <a:xfrm>
            <a:off x="304800" y="2362200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</a:t>
            </a:r>
          </a:p>
          <a:p>
            <a:r>
              <a:rPr lang="en-US" b="1" dirty="0" err="1"/>
              <a:t>L.Kervin</a:t>
            </a:r>
            <a:r>
              <a:rPr lang="en-US" b="1" dirty="0"/>
              <a:t> Lara</a:t>
            </a:r>
          </a:p>
          <a:p>
            <a:r>
              <a:rPr lang="en-US" b="1" dirty="0" err="1"/>
              <a:t>P.S.Karthiksrinath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0"/>
            <a:ext cx="9286875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0"/>
            <a:ext cx="9286875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0"/>
            <a:ext cx="92583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0"/>
            <a:ext cx="9286875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0"/>
            <a:ext cx="94488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0"/>
            <a:ext cx="9286875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29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0"/>
            <a:ext cx="76200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10</Words>
  <Application>Microsoft Office PowerPoint</Application>
  <PresentationFormat>Custom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pavithran</dc:creator>
  <cp:lastModifiedBy>S PAVITHRAN</cp:lastModifiedBy>
  <cp:revision>2</cp:revision>
  <dcterms:created xsi:type="dcterms:W3CDTF">2021-10-30T06:59:00Z</dcterms:created>
  <dcterms:modified xsi:type="dcterms:W3CDTF">2021-10-30T07:23:53Z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2021-10-30T00:00:00Z</vt:filetime>
  </property>
  <property fmtid="{D5CDD505-2E9C-101B-9397-08002B2CF9AE}" pid="3" name="LastSaved">
    <vt:filetime>2021-10-30T00:00:00Z</vt:filetime>
  </property>
</Properties>
</file>